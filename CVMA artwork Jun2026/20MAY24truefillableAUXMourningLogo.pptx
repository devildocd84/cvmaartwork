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1"/>
    <p:restoredTop sz="94694"/>
  </p:normalViewPr>
  <p:slideViewPr>
    <p:cSldViewPr snapToGrid="0" snapToObjects="1">
      <p:cViewPr varScale="1">
        <p:scale>
          <a:sx n="112" d="100"/>
          <a:sy n="112" d="100"/>
        </p:scale>
        <p:origin x="2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E938-D49C-1F8F-5C7E-C49C65E24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E8FCBF-44A6-8B62-F4BA-E04F7C76C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8953F-4D42-8B17-DFB2-C5F0EF82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73D5-31C9-B94C-B0EC-272966F262CF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34D60-CE26-E1DE-3A9A-1CB7D813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9341D-0A67-FBDE-8DED-476C01DA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EB2F-97CB-4943-87AB-F12BA8DA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9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9E03-127E-5BD1-A612-3C83B6D8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8CD49-D0E5-530E-4370-E4E241A8E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1F9A8-F3F3-8D9D-F296-81BDEFFD6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73D5-31C9-B94C-B0EC-272966F262CF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C934A-0F15-E738-C511-0E9E4767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65DF9-4281-98B2-556E-F9443F2F8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EB2F-97CB-4943-87AB-F12BA8DA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7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89419-3465-F373-6F41-7685EAE1E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AB59F-6904-6EAA-8FF3-2CF39A976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8AF91-1D56-EFC7-E996-690E35D6D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73D5-31C9-B94C-B0EC-272966F262CF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59D46-FF85-F823-881E-63AA169B3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B2442-1274-9E65-1EB6-B703DAF88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EB2F-97CB-4943-87AB-F12BA8DA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61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9962-0BB6-B190-72D7-8EF3B560A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D39EE-5B20-0546-028B-3A0859173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541D8-CC84-E6F2-9EBC-CF8EB8E39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93F34-A9FE-87B8-DD10-765511572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73D5-31C9-B94C-B0EC-272966F262CF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01A41-A045-9C1B-F433-BE38B281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49015-DBD0-83B1-1241-BA37E034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EB2F-97CB-4943-87AB-F12BA8DA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5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4E3E9-08BE-70A2-D56B-358C4C7C8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EAA83-236A-E721-8E1D-127E15BAA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E04A0-C011-C998-A674-26E9915B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68D85-F2D9-CCD6-F533-FD838C556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4B0C8C-3CFA-29C5-57E8-06F642A40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0E6176-90F2-E583-DC4F-30EF1E117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73D5-31C9-B94C-B0EC-272966F262CF}" type="datetimeFigureOut">
              <a:rPr lang="en-US" smtClean="0"/>
              <a:t>5/20/24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FA9F4C-72CD-E0FB-4979-051A387CD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C60F-917B-3900-27C3-B3B5D2FA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EB2F-97CB-4943-87AB-F12BA8DA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3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01018-6636-07AD-6C7B-64537D84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A18A4-C58B-338B-F931-0D9029B38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73D5-31C9-B94C-B0EC-272966F262CF}" type="datetimeFigureOut">
              <a:rPr lang="en-US" smtClean="0"/>
              <a:t>5/20/24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28C7BE-AA66-4730-6DFA-61DB60795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BEAE3-E7BA-9F03-30E4-60B4CDDE0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EB2F-97CB-4943-87AB-F12BA8DA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51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9ECC7-6A75-B6D0-F56A-C7F344755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73D5-31C9-B94C-B0EC-272966F262CF}" type="datetimeFigureOut">
              <a:rPr lang="en-US" smtClean="0"/>
              <a:t>5/20/24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DDFEAA-7031-C0AD-4121-C8618A78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C2BC4-BE14-716A-5FF4-F235DA903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EB2F-97CB-4943-87AB-F12BA8DA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05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E2B15-7F50-DDDE-C22B-59CD729C4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F09E8-D147-A1CC-B2A7-75E6580CD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F4831-3FF0-B6FF-DBB5-689A0827F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456C1-D39C-A605-082E-A73EE955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73D5-31C9-B94C-B0EC-272966F262CF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A81FB-05A4-508E-9550-254CB803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B0B5D-DA30-67F8-ACFC-2800F0E5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EB2F-97CB-4943-87AB-F12BA8DA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93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9FADE-FEA4-A177-FA23-A714BA588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4D3747-1EBB-B2F5-63D8-EBEA3C723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6D06A-640E-27CB-4505-9C930EDC8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AF2F7-7EB9-650E-1FFC-0A3D9F550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73D5-31C9-B94C-B0EC-272966F262CF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83AD2-CE46-EECE-02CE-070CC0317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8618D-9FD1-6F02-B861-F61B74D0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EB2F-97CB-4943-87AB-F12BA8DA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56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D070-D01D-3A19-942E-6ADA22A52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DE8E0-507A-CF0A-EFAA-D41283712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01B72-4342-DFAF-B732-FDB794514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73D5-31C9-B94C-B0EC-272966F262CF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EB0A6-2E91-F3D6-08CB-221DB02E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E1DD9-B691-0446-2A4D-9FFF18E9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EB2F-97CB-4943-87AB-F12BA8DA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1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FBCC16-4719-26FD-B47D-979FDE73C4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67F4F-5096-6085-BF72-132BF34B4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34774-4B50-A6AA-BAFE-A164F5C2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73D5-31C9-B94C-B0EC-272966F262CF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7E56C-C8C5-5DEF-9020-AEC1508DD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F9700-0E15-50F4-0875-17179BF7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EB2F-97CB-4943-87AB-F12BA8DA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48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1D978A-282C-B407-0484-91D26A23C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B1FE3-A835-AE70-593B-60FBEB0D2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4F5E7-5E09-F5D1-C0D1-01B982749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773D5-31C9-B94C-B0EC-272966F262CF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78027-1838-7E0D-02A5-C2BFE9FA91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C5611-289A-1615-94FE-6EF3FFE45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4EB2F-97CB-4943-87AB-F12BA8DA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46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skull and spades&#10;&#10;Description automatically generated">
            <a:extLst>
              <a:ext uri="{FF2B5EF4-FFF2-40B4-BE49-F238E27FC236}">
                <a16:creationId xmlns:a16="http://schemas.microsoft.com/office/drawing/2014/main" id="{172E5C59-8B8F-B980-D734-BCF1A0025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911" y="0"/>
            <a:ext cx="6858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286F18-3120-FDA5-F81B-A98D798B1328}"/>
              </a:ext>
            </a:extLst>
          </p:cNvPr>
          <p:cNvSpPr/>
          <p:nvPr/>
        </p:nvSpPr>
        <p:spPr>
          <a:xfrm>
            <a:off x="2749462" y="3097530"/>
            <a:ext cx="6688899" cy="5659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041DA5-B358-DF18-4E61-F21DA1BAD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9461" y="3146034"/>
            <a:ext cx="6688899" cy="468921"/>
          </a:xfrm>
        </p:spPr>
        <p:txBody>
          <a:bodyPr/>
          <a:lstStyle/>
          <a:p>
            <a:r>
              <a:rPr lang="en-US" dirty="0">
                <a:solidFill>
                  <a:srgbClr val="FBDD00"/>
                </a:solidFill>
              </a:rPr>
              <a:t>TYPE HERE</a:t>
            </a:r>
          </a:p>
        </p:txBody>
      </p:sp>
    </p:spTree>
    <p:extLst>
      <p:ext uri="{BB962C8B-B14F-4D97-AF65-F5344CB8AC3E}">
        <p14:creationId xmlns:p14="http://schemas.microsoft.com/office/powerpoint/2010/main" val="1656681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 Harris</dc:creator>
  <cp:lastModifiedBy>Scott Harris</cp:lastModifiedBy>
  <cp:revision>2</cp:revision>
  <dcterms:created xsi:type="dcterms:W3CDTF">2022-08-06T19:57:35Z</dcterms:created>
  <dcterms:modified xsi:type="dcterms:W3CDTF">2024-05-21T00:36:32Z</dcterms:modified>
</cp:coreProperties>
</file>