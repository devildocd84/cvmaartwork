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8F91"/>
    <a:srgbClr val="8485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49"/>
    <p:restoredTop sz="97872"/>
  </p:normalViewPr>
  <p:slideViewPr>
    <p:cSldViewPr snapToGrid="0" snapToObjects="1">
      <p:cViewPr>
        <p:scale>
          <a:sx n="213" d="100"/>
          <a:sy n="213" d="100"/>
        </p:scale>
        <p:origin x="106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AB107-2D88-A812-66C9-7BA21E0D4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6F7368-56E5-6F8F-49AE-009922308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6D6D8-FBB4-9FCE-22C1-D833985C5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282E4-E0F2-0D48-ACAF-182781061576}" type="datetimeFigureOut">
              <a:rPr lang="en-US" smtClean="0"/>
              <a:t>8/7/22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E2AF1-EF33-EEA7-506A-FAF80F70F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713F8-1667-5A46-3E42-5E343C511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F29BF-9959-8146-87BB-EF236AE40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003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8D0DA-84FA-DC5E-C6E9-D21B958B1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F6615-DC1E-BF48-9D10-5F3C2CABD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D6493-A055-0CDB-AE1A-96EE84B20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282E4-E0F2-0D48-ACAF-182781061576}" type="datetimeFigureOut">
              <a:rPr lang="en-US" smtClean="0"/>
              <a:t>8/7/22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2C493-2B3A-87D6-3621-3355AF6B5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E13C3-9F0F-291C-D7E1-58DD5ACB2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F29BF-9959-8146-87BB-EF236AE40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86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DFDB5-00B2-5B13-472D-3118E869E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4313E-FF75-35BE-D221-A4A02C2B1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7B804-4A7A-4257-D502-A001AD24C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282E4-E0F2-0D48-ACAF-182781061576}" type="datetimeFigureOut">
              <a:rPr lang="en-US" smtClean="0"/>
              <a:t>8/7/22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3B5B1-CF8E-296A-19D6-CC11A9256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B4644-7F79-EBF4-AECA-D86DBB459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F29BF-9959-8146-87BB-EF236AE40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298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8CABE-B7C2-712F-4534-AB18139A6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6C47D-EFA3-F874-DB11-B9A996EB97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D06EBE-50DF-B891-BF9D-578AB647F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A7CAED-0065-43A3-83A7-3D2730B1A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282E4-E0F2-0D48-ACAF-182781061576}" type="datetimeFigureOut">
              <a:rPr lang="en-US" smtClean="0"/>
              <a:t>8/7/22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CA24F6-8E12-551D-0CC9-1B5839309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C4B88-AF72-9F17-5B90-0D82B0F84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F29BF-9959-8146-87BB-EF236AE40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705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15454-8B77-7FC1-049C-5945853A4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C7AD5-2720-4D0F-0293-55E9AF943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F86E5B-CF0D-4EAE-14DF-E0F84FA61B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897340-2D01-9D7B-C0E1-E094FCC0D9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14DC3C-E6F3-824F-DCF3-EA074A4A42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8CFC8F-424E-FCE4-0F85-83CAE3AD7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282E4-E0F2-0D48-ACAF-182781061576}" type="datetimeFigureOut">
              <a:rPr lang="en-US" smtClean="0"/>
              <a:t>8/7/22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A90932-A6CE-72EC-D5C4-3C65F047E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96EE1E-896F-CDEC-1488-B9CBB29EE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F29BF-9959-8146-87BB-EF236AE40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310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E4B4D-C102-40DC-FF13-DD067A303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075B68-58B8-9A22-37B4-149F74082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282E4-E0F2-0D48-ACAF-182781061576}" type="datetimeFigureOut">
              <a:rPr lang="en-US" smtClean="0"/>
              <a:t>8/7/22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9D0B50-33C8-D442-B96F-4AFDBC7F3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9096AE-BA1E-17AF-7EFB-802B3670E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F29BF-9959-8146-87BB-EF236AE40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867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579F69-0E76-AF2A-A0B4-71747B835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282E4-E0F2-0D48-ACAF-182781061576}" type="datetimeFigureOut">
              <a:rPr lang="en-US" smtClean="0"/>
              <a:t>8/7/22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DBBA3E-D3D1-EF48-D0A9-0EFDD175C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6D393A-49B1-3CC2-7F0C-6E3E49EC2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F29BF-9959-8146-87BB-EF236AE40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292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7FB35-4DE2-B197-7FD9-AFB2DB9C0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DB7EE-AFF9-11BC-B795-A831BAA40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79690C-5906-D894-F332-1C36DDC85C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221A99-4B2D-DAE8-4656-286021C05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282E4-E0F2-0D48-ACAF-182781061576}" type="datetimeFigureOut">
              <a:rPr lang="en-US" smtClean="0"/>
              <a:t>8/7/22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4A7B32-2B48-3F9C-2456-BB833E745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B0F94A-BD3B-9301-3D91-9D79E9C1C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F29BF-9959-8146-87BB-EF236AE40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867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126A8-788E-5980-8617-2346B8D9D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8D2197-BAAF-7EB4-CD46-2747CB35F0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E9A041-E830-987D-BA79-A5CF4AFFF0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979FE7-A714-FDFE-95DF-E50E70BC0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282E4-E0F2-0D48-ACAF-182781061576}" type="datetimeFigureOut">
              <a:rPr lang="en-US" smtClean="0"/>
              <a:t>8/7/22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EB8A08-350A-23FC-3FC8-804364420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72E9E-C950-8EEF-D46B-F1144D8CE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F29BF-9959-8146-87BB-EF236AE40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935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D61C9-24F1-1649-E77E-95A3FA183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9AFB61-B975-D84B-5693-0BB0D97068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28191-2083-C19D-49D0-5E2BCF92D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282E4-E0F2-0D48-ACAF-182781061576}" type="datetimeFigureOut">
              <a:rPr lang="en-US" smtClean="0"/>
              <a:t>8/7/22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47C60-CAB6-5013-BC16-8DB0BD8C0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80708-9FEF-786A-5923-8AA17E459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F29BF-9959-8146-87BB-EF236AE40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084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ABAA23-61E8-3960-E91D-B5402B1C33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64DD8D-0792-927D-B14A-1C5D279CAE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77C1B-589D-0957-FE14-0568DF40F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282E4-E0F2-0D48-ACAF-182781061576}" type="datetimeFigureOut">
              <a:rPr lang="en-US" smtClean="0"/>
              <a:t>8/7/22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E8F08-D5D8-CB46-F257-D823B9EFE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307B5-8E76-092A-8A60-C4B0958EA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F29BF-9959-8146-87BB-EF236AE40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498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1527B9-DA4E-95CB-9F0F-972EA04BD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43432-3129-9137-2F47-0ECC30937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14D33-63A7-7A9F-B243-ECEB1642F9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5282E4-E0F2-0D48-ACAF-182781061576}" type="datetimeFigureOut">
              <a:rPr lang="en-US" smtClean="0"/>
              <a:t>8/7/22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3F145-720E-A6F5-FF61-B60A2C153D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5F548-3D6A-7EA4-6349-476B255495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4F29BF-9959-8146-87BB-EF236AE40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29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4F80A4F9-EFC6-445A-14DE-AE0744E17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172" y="0"/>
            <a:ext cx="6827655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09CFED1-0C23-D779-558E-B13AD3D42D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8918" y="2420471"/>
            <a:ext cx="1960282" cy="1157940"/>
          </a:xfrm>
        </p:spPr>
        <p:txBody>
          <a:bodyPr/>
          <a:lstStyle/>
          <a:p>
            <a:r>
              <a:rPr lang="en-US" dirty="0">
                <a:solidFill>
                  <a:srgbClr val="8F8F91"/>
                </a:solidFill>
              </a:rPr>
              <a:t>TYPE HERE</a:t>
            </a:r>
          </a:p>
        </p:txBody>
      </p:sp>
    </p:spTree>
    <p:extLst>
      <p:ext uri="{BB962C8B-B14F-4D97-AF65-F5344CB8AC3E}">
        <p14:creationId xmlns:p14="http://schemas.microsoft.com/office/powerpoint/2010/main" val="675835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Scott Harris</dc:creator>
  <cp:lastModifiedBy>Scott Harris</cp:lastModifiedBy>
  <cp:revision>1</cp:revision>
  <dcterms:created xsi:type="dcterms:W3CDTF">2022-08-07T16:01:57Z</dcterms:created>
  <dcterms:modified xsi:type="dcterms:W3CDTF">2022-08-07T16:04:04Z</dcterms:modified>
</cp:coreProperties>
</file>