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5"/>
    <p:restoredTop sz="97872"/>
  </p:normalViewPr>
  <p:slideViewPr>
    <p:cSldViewPr snapToGrid="0" snapToObjects="1">
      <p:cViewPr>
        <p:scale>
          <a:sx n="129" d="100"/>
          <a:sy n="129" d="100"/>
        </p:scale>
        <p:origin x="-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E5D4-D690-14A0-146C-8D6985EF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23872-686B-5DA2-27A3-E7F7C282F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9DD41-974A-F843-5092-41934BF66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90AD7-9959-6FA0-B6C1-13A44327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957D1-37F2-E449-7C40-2927FAEC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FF2A-F756-307A-E495-A409139C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2DAE-BF57-41C5-F464-99DADA453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6B9E6-4F84-E9EC-5856-5B8616FD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DFD5-9753-AC0A-F765-5CFC7F1F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1F75C-BE06-BFD8-6500-FDB525E8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2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0DA6-9CF7-809D-0877-CDF81B96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71654-888B-5ECA-C46A-0B4C9F2A9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C4D22-B647-CD2D-B8A4-052F5295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6C9A-D385-C700-4E2C-9A53DDC5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49DB-340F-574A-10CE-3911F7A8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2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3B3F-A9BC-267B-27DB-E5D2A164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4856-0180-3EC0-079B-CF45148BD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DE984-835F-4DA1-2E2B-1CEA7A667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B4130-0496-8D21-420E-FBB9B5B1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DC2B7-C7D2-724B-554A-F7BA8924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746B9-7105-5B69-E756-25C0BCC6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3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4CC9-AE10-6413-06B2-9EF1E7BF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57181-3E5D-607C-5502-FA2489D90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56732-668A-951C-DAAC-266C507F0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1E8B9-DC7C-C3CA-1718-965A5AC44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5C60C-E5D2-59AF-7DD3-5165C8FB7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BD1A5-7ABB-F95B-A18B-1EAC2DA0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906B1-0CDF-E07D-27B6-5ADC98E8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66613-AD91-2C50-4B1B-F5948A1B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1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CC29-DD91-E4AC-44F4-BD4C6C00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1AC07-DB78-83EB-A2E6-E3BB8998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D253D-FCE8-F668-F79E-DEBBD301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DF372-03FC-F072-28CD-1D2B863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77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B10B9-5B04-A3FE-4945-5A721B82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1CC49-EB59-80F2-A3F5-A7A1014C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527B4-1EC4-EEB6-CF3F-60168E6F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0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918-827C-3156-1F85-BAA2989A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E2E6-C25C-60B4-20E2-70EAE9918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A372F-0D93-A3C8-C748-AA83F1A9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62D94-58F9-7C8D-DCE9-2553183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AE6C-168F-81D2-9199-8C94AE39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E51D3-1B62-559A-9F1D-6272E6B7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6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B827-145C-C447-00CE-7678090B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6962A-CE5E-AD0C-5C05-1DF424B59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B76DB-58ED-70B4-524F-C6056E717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ED08F-9AF1-3FF3-7BC4-A2CB3578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B636D-D924-BCF2-F654-CF8E2CE0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90A73-99FC-26BC-D2E3-05CFC777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5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ED79-5E29-4F84-AB8B-6DE49A18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C2323-06FC-3F15-05D7-9CB1E3998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749AB-5392-58EC-AE33-FAA397F7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AE76-88F3-40F6-E156-52C7CE6BF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02018-C918-BF7B-F176-086BE611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1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44619-034C-365D-0863-FF7F0438F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8FA16-5173-B0BB-17D1-B96786485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3233-14E6-6507-2A0F-66DD07AA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0EE3-10B1-2683-B3F6-7F0EE28B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F7859-AF16-AAA8-AEE9-F925392D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2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573D3-4DC9-6232-8340-A705C066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12CEA-15E3-C34B-BF99-32B6709CA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54033-AFF3-BA84-CE82-90E47D86E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D6D9-09E4-B24F-8371-64998A6B82E7}" type="datetimeFigureOut">
              <a:rPr lang="en-US" smtClean="0"/>
              <a:t>5/20/24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0B126-B4C0-69B4-9120-C1D5875D8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178D-69FE-8FF8-68EF-3A045D890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E816A-9A89-954A-B60E-F555F3EB3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3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skull and spades in the middle&#10;&#10;Description automatically generated">
            <a:extLst>
              <a:ext uri="{FF2B5EF4-FFF2-40B4-BE49-F238E27FC236}">
                <a16:creationId xmlns:a16="http://schemas.microsoft.com/office/drawing/2014/main" id="{3E759F53-720C-BEA8-89D4-A8A6FCE5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D1E21D-006F-EB6D-DD04-D0D64704D7A2}"/>
              </a:ext>
            </a:extLst>
          </p:cNvPr>
          <p:cNvSpPr/>
          <p:nvPr/>
        </p:nvSpPr>
        <p:spPr>
          <a:xfrm>
            <a:off x="2667000" y="3208815"/>
            <a:ext cx="6858000" cy="5491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E09D4-E08D-B276-4CFB-A379DF0C9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253385"/>
            <a:ext cx="6858000" cy="460006"/>
          </a:xfrm>
        </p:spPr>
        <p:txBody>
          <a:bodyPr/>
          <a:lstStyle/>
          <a:p>
            <a:r>
              <a:rPr lang="en-US" dirty="0">
                <a:solidFill>
                  <a:srgbClr val="FBDD00"/>
                </a:solidFill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155968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Harris</dc:creator>
  <cp:lastModifiedBy>Scott Harris</cp:lastModifiedBy>
  <cp:revision>2</cp:revision>
  <dcterms:created xsi:type="dcterms:W3CDTF">2022-08-06T20:00:03Z</dcterms:created>
  <dcterms:modified xsi:type="dcterms:W3CDTF">2024-05-21T00:40:21Z</dcterms:modified>
</cp:coreProperties>
</file>