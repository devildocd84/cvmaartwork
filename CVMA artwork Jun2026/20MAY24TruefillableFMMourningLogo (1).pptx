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55"/>
    <p:restoredTop sz="97872"/>
  </p:normalViewPr>
  <p:slideViewPr>
    <p:cSldViewPr snapToGrid="0" snapToObjects="1">
      <p:cViewPr varScale="1">
        <p:scale>
          <a:sx n="114" d="100"/>
          <a:sy n="114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7AEA-53CD-BC1E-5495-E2021573F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83DE9-3DB1-DA7B-5B9B-4D2BC2DDF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79352-F07A-FD0B-8CED-B80DD094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04D89-DD58-D77A-2C08-F6E12CB2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49400-83F8-678A-D544-25B3EECB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7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8ED9-D1CE-881B-DC79-3736666A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8282-1059-37F7-0569-4B23311E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5955D-C5EE-3DA0-CFC2-6E6EF38E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FAEDC-DAD3-7D78-436B-7874B5E6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B29B3-9AF4-126E-833D-F39372D6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7AB4-F7F0-6762-32D3-FADF6918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634F2-0123-F119-7E34-1679D6E11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F689-FB69-3FC1-42DA-77C4BB2AE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85B6C-4DFB-8544-2500-C585D337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1C102-27ED-7E74-157C-9FF217A4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83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4F6C-803C-44A7-3C88-01E40472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4578-E97D-3304-FF99-182552695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25063-A32F-2F7C-696B-FF28797F7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E1CC7-F734-8070-23A1-CA75190A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BC663-D850-CA56-F863-F87F47A8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99F8B-D780-1F72-7209-2167105C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8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60C1-5CB6-199C-9994-31120827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4C7FA-41B3-2A1C-6ABF-7D77BF820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AF83E-8767-3F31-4D42-90FFA3B53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0EAE7-B95C-0898-AFF0-1D1888229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48BFF-76C2-5B5A-73B0-694873B79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6E5E4-8072-3CD6-9B12-61EAA190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2D98D-3155-7FA2-0D28-C5584713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4EF19-075A-A5FB-916C-6772FE4D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D6AE-63A3-4A09-81AB-AE834380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A411A-4C07-AFC3-2ABB-4F8AD254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5DBBC-965F-85B9-5AC0-7C4E1265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9975E-26FE-8FA3-10CB-5BA3E2F9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6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EC19D-0E5C-7093-D588-3A4FC9547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92C06-BDD8-F068-91BB-133886B7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CD491-20EB-8FB2-3781-E60BA2F7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8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7E4E-AD79-DD09-795D-FE94F600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4A813-2E26-5E4D-9940-789AF3F5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01C4E-BCD6-066E-3487-996A955B8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8A2F6-F504-8F09-E8C1-2C95CFF4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57760-CCD4-DD8F-4E9C-CB674F8C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E7EA5-A787-9E54-FBB6-C571A2AA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E090-5048-894B-6C03-42E8F1D9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313D4C-E1D6-4B55-3A71-A77C0CFAF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7FD0F-4A7B-A604-9CD9-D9A84B776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43922-A0BE-205F-09B6-85FA5E82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8AE93-E088-C51B-F0BB-F9F06400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8F98F-AC90-4B1F-B547-AF00FB8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416D-8DB9-E7DB-4195-8CE13725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24077-AC30-6E05-4EB1-0A35F1B4A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AC704-8EE6-8452-8B8E-D9EB62FF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586F5-059B-A70F-4AF7-56C7967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1BC8F-7129-3E54-58C7-9B9427AA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84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98058-1ABF-C1A7-A34D-59F0BEA85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20045-BC85-A032-23EF-5E8DAA421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F2C83-2C2A-BF6C-4747-13A5B3AB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C7FB0-4399-6A3E-7B31-6AA7C415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7A0AE-33B8-C742-63CE-DA04B2E9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3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DE0B9-745F-7FD9-C308-A4AD80F9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D604E-AB3D-A30D-9162-656CC9958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A728-F1B0-8A18-D292-11B6CC126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9565E-2A2B-B346-886A-F707F20807F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A61CA-7C4D-BC1B-C25F-77E1253F6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92B66-6788-A7F2-9B17-3DCBEC942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479FD-2109-6F4C-933A-7A99F230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0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for a military company&#10;&#10;Description automatically generated">
            <a:extLst>
              <a:ext uri="{FF2B5EF4-FFF2-40B4-BE49-F238E27FC236}">
                <a16:creationId xmlns:a16="http://schemas.microsoft.com/office/drawing/2014/main" id="{DE51BD84-468B-268B-C718-5F96D242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37" y="571500"/>
            <a:ext cx="5715000" cy="571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3D9D5F-41E2-8118-30EB-AC84A526B217}"/>
              </a:ext>
            </a:extLst>
          </p:cNvPr>
          <p:cNvSpPr/>
          <p:nvPr/>
        </p:nvSpPr>
        <p:spPr>
          <a:xfrm>
            <a:off x="3300761" y="3200400"/>
            <a:ext cx="5631366" cy="5135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DBB6F-5B3A-53B0-B323-539F9A672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8936" y="3200400"/>
            <a:ext cx="5683191" cy="513567"/>
          </a:xfrm>
        </p:spPr>
        <p:txBody>
          <a:bodyPr/>
          <a:lstStyle/>
          <a:p>
            <a:r>
              <a:rPr lang="en-US" dirty="0">
                <a:solidFill>
                  <a:srgbClr val="FFE400"/>
                </a:solidFill>
              </a:rPr>
              <a:t>TYPE HERE</a:t>
            </a:r>
          </a:p>
        </p:txBody>
      </p:sp>
    </p:spTree>
    <p:extLst>
      <p:ext uri="{BB962C8B-B14F-4D97-AF65-F5344CB8AC3E}">
        <p14:creationId xmlns:p14="http://schemas.microsoft.com/office/powerpoint/2010/main" val="38480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Harris</dc:creator>
  <cp:lastModifiedBy>Scott Harris</cp:lastModifiedBy>
  <cp:revision>2</cp:revision>
  <dcterms:created xsi:type="dcterms:W3CDTF">2022-08-06T19:25:09Z</dcterms:created>
  <dcterms:modified xsi:type="dcterms:W3CDTF">2024-05-21T00:32:26Z</dcterms:modified>
</cp:coreProperties>
</file>