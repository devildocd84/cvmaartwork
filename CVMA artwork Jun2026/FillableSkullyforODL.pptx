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200"/>
    <a:srgbClr val="F5F600"/>
    <a:srgbClr val="FAE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7872"/>
  </p:normalViewPr>
  <p:slideViewPr>
    <p:cSldViewPr snapToGrid="0" snapToObjects="1">
      <p:cViewPr varScale="1">
        <p:scale>
          <a:sx n="138" d="100"/>
          <a:sy n="138" d="100"/>
        </p:scale>
        <p:origin x="15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520F-E494-6E2A-41D1-CEDA5DB9E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8CA34-99B8-B266-28AB-BDBFD7E34D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C0317-B51A-A485-ED52-232002D3F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B6C1F-0F19-9C8F-CB9F-B70D8AE1C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0243C-469A-12D2-959B-6C208B5C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33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19B1-9096-9C7C-8CDD-5AEEA3C69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088A0-E52F-E33C-A917-558B3AC3B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0F7C8-FA7A-8B16-8FE9-A8B6F619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01F13-9A16-0FBC-7273-7A1D3E55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527A9-2D02-E2E6-0401-95A675F5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1F3C-179C-83C5-7E9C-13ED49D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90016-A44D-0DAF-533B-6A2E11A45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F27B3-CCCA-C542-B9B0-6BEBD8EF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EC5E8-9853-40DE-3E3B-3DCFAB27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E92-06F4-C341-72B4-610B0EB3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1FC87-A367-20FF-C6A7-09C0E63B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C91FE-46E7-1264-CF2B-24F965A20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593FF-E95F-472B-715F-4D408C43A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FB638-DFEA-8FA9-007E-81F964C93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B649F-5ADA-913B-9187-E22B0A23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A88C2-12DC-5DC0-8E48-54B3D434A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6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F236-A9EC-32B0-06F0-14F903D9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BCE0E-5F48-B800-A86C-267C7D490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F5AE1-29FF-83C1-ED85-E1609C5EC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6A52C-F16B-A32B-B3E8-AEFB23257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A14B15-821E-F278-F675-6DC0B2E9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AA1680-4092-C26B-41C8-323414AF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03713B-4590-E33A-AECD-E80C11B0A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5B4E9-1CA7-8CAB-DDDC-4F9531BD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89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AED70-4969-2CAC-783D-D3D32C34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D6A7A-B46C-42F4-927F-5C61A429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14F18-A970-EEF3-9CD7-9DC8B256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5F081-9490-A581-F774-EE2F1BB06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7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49352-D678-AEB7-1AC3-4CA4EDC93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21A94-0F34-CC88-35C5-DD1F2C376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8E023-5A02-75C5-6A06-0800CB94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BA3C-C5EC-D7AA-55DC-D85B9AA82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639DC-5BCF-75B1-66DE-B169E8EE3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82AE2-D99B-D337-6A0F-542745A36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C1241-432B-CB97-D9E5-C2F8A5830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565A8-AC33-9105-D5CF-83F47CDB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06B17-0C35-05B0-0174-129C18610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23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B49C-7D4A-7849-D241-23B7A9F13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6AA5A-7C79-CA48-8D82-72D4AE9C6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BABE8-D102-FEC6-02CE-4D603737B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A1303-02A4-7490-CDDE-BAE8D8CB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8ED73-08C5-94A5-B920-31D59C04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D1A37-54A5-18B9-3D06-89006304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2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DBA2-6C56-312E-1658-4E241296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65450-A466-2AD4-C855-86F5C5864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56D36-73C2-DCB0-E39B-C092E563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F2AC8-050F-5D1B-8206-F87A4E7ED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A28F8-4DCC-C848-A0E2-29500FCC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06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48664-7377-756E-A89E-A25179DE3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19FAC-154E-07BF-AA1B-AE6D2C483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654B2-50C0-193D-0DAB-C978690C4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44F29-E26B-5CC7-19F7-DAD1BF0EC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81609-7120-6DA1-0B79-D531FCDE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1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31A020-E76D-57B2-C6D6-918F66BD6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978A4-34D0-7BB3-A80B-CF67269E1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FDB9B-02A9-FE58-1B8E-67392E94D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6ECBC-4194-7444-9B7A-D5086DC176C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0EAFA-DC9C-78E1-5D6A-F5506E3ED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F322F-6CE3-3074-A86A-5C73526E5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8FE9B-2ED6-244C-8D50-AAB03A8F4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8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657D8FAA-4594-73DB-C952-F2911DC3B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276" y="0"/>
            <a:ext cx="6841448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EFC2FAC-DDBF-A69A-82C2-C08BEEA3D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990" y="2471827"/>
            <a:ext cx="2024894" cy="1045096"/>
          </a:xfrm>
        </p:spPr>
        <p:txBody>
          <a:bodyPr>
            <a:normAutofit/>
          </a:bodyPr>
          <a:lstStyle/>
          <a:p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2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Harris</dc:creator>
  <cp:lastModifiedBy>Mason McCloud</cp:lastModifiedBy>
  <cp:revision>4</cp:revision>
  <dcterms:created xsi:type="dcterms:W3CDTF">2022-08-07T15:58:42Z</dcterms:created>
  <dcterms:modified xsi:type="dcterms:W3CDTF">2025-11-30T20:01:07Z</dcterms:modified>
</cp:coreProperties>
</file>